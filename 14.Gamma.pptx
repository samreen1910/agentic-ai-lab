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Lexend"/>
      <p:regular r:id="rId201314"/>
    </p:embeddedFont>
    <p:embeddedFont>
      <p:font typeface="Lexend SemiBold"/>
      <p:regular r:id="rId201315"/>
    </p:embeddedFont>
    <p:embeddedFont>
      <p:font typeface="Lexend Bold"/>
      <p:regular r:id="rId201316"/>
    </p:embeddedFont>
    <p:embeddedFont>
      <p:font typeface="Martian Mono Medium"/>
      <p:regular r:id="rId201317"/>
    </p:embeddedFont>
    <p:embeddedFont>
      <p:font typeface="Syn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3632200"/>
            <a:ext cx="6349841" cy="3268067"/>
          </a:xfrm>
          <a:prstGeom prst="roundRect">
            <a:avLst>
              <a:gd name="adj" fmla="val 4663"/>
            </a:avLst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1066773" y="3949382"/>
            <a:ext cx="624824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 QUICK MENTAL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773" y="4253151"/>
            <a:ext cx="5638659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large language models turn text into answers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73" y="5996424"/>
            <a:ext cx="563865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From tiny pieces of text to a response that sounds meaningful.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83648"/>
            <a:ext cx="447544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176337"/>
            <a:ext cx="3865863" cy="20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LLMs are prediction engines for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387691"/>
            <a:ext cx="38658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They estimate which token is most likely to come next in a sequence.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42122" y="0"/>
            <a:ext cx="3172341" cy="3276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151706" y="630555"/>
            <a:ext cx="195317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 word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51706" y="1105833"/>
            <a:ext cx="256275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“language”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19255" y="0"/>
            <a:ext cx="3172440" cy="3276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9628840" y="630555"/>
            <a:ext cx="1953271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Part of a word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28840" y="1441093"/>
            <a:ext cx="256285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“ing”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42122" y="3581400"/>
            <a:ext cx="3172341" cy="3276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151706" y="4211955"/>
            <a:ext cx="195317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Punctuation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51706" y="4687233"/>
            <a:ext cx="256275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“?”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19255" y="3581400"/>
            <a:ext cx="3172440" cy="3276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9628840" y="4211955"/>
            <a:ext cx="195327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 character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28840" y="4687233"/>
            <a:ext cx="256285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“A”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25965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STEP 1 · TOKENIZATION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18654"/>
            <a:ext cx="6212724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Text is broken into tokens before the model can read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527167"/>
            <a:ext cx="62127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 example, a sentence becomes manageable chunks, then each chunk maps to a number.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4278610"/>
            <a:ext cx="1438834" cy="657820"/>
          </a:xfrm>
          <a:prstGeom prst="rect">
            <a:avLst/>
          </a:prstGeom>
          <a:solidFill>
            <a:srgbClr val="FFC52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461808"/>
            <a:ext cx="143883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The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00815" y="4278610"/>
            <a:ext cx="1438934" cy="657820"/>
          </a:xfrm>
          <a:prstGeom prst="rect">
            <a:avLst/>
          </a:prstGeom>
          <a:solidFill>
            <a:srgbClr val="9BD8F8"/>
          </a:solidFill>
          <a:ln/>
        </p:spPr>
      </p:sp>
      <p:sp>
        <p:nvSpPr>
          <p:cNvPr id="8" name="Text 6"/>
          <p:cNvSpPr/>
          <p:nvPr/>
        </p:nvSpPr>
        <p:spPr>
          <a:xfrm>
            <a:off x="2200815" y="4461808"/>
            <a:ext cx="143893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model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92145" y="4278610"/>
            <a:ext cx="1438834" cy="657820"/>
          </a:xfrm>
          <a:prstGeom prst="rect">
            <a:avLst/>
          </a:prstGeom>
          <a:solidFill>
            <a:srgbClr val="A8E5AE"/>
          </a:solidFill>
          <a:ln/>
        </p:spPr>
      </p:sp>
      <p:sp>
        <p:nvSpPr>
          <p:cNvPr id="10" name="Text 8"/>
          <p:cNvSpPr/>
          <p:nvPr/>
        </p:nvSpPr>
        <p:spPr>
          <a:xfrm>
            <a:off x="3792145" y="4461808"/>
            <a:ext cx="143883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learns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383375" y="4278610"/>
            <a:ext cx="1438934" cy="657820"/>
          </a:xfrm>
          <a:prstGeom prst="rect">
            <a:avLst/>
          </a:prstGeom>
          <a:solidFill>
            <a:srgbClr val="FFB7A8"/>
          </a:solidFill>
          <a:ln/>
        </p:spPr>
      </p:sp>
      <p:sp>
        <p:nvSpPr>
          <p:cNvPr id="12" name="Text 10"/>
          <p:cNvSpPr/>
          <p:nvPr/>
        </p:nvSpPr>
        <p:spPr>
          <a:xfrm>
            <a:off x="5383375" y="4461808"/>
            <a:ext cx="143893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5138440"/>
            <a:ext cx="6822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chunk gets an ID the model can process.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8983" y="0"/>
            <a:ext cx="4302712" cy="6858000"/>
          </a:xfrm>
          <a:prstGeom prst="roundRect">
            <a:avLst>
              <a:gd name="adj" fmla="val 3542"/>
            </a:avLst>
          </a:prstGeom>
          <a:solidFill>
            <a:srgbClr val="F4F6F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577" y="1476474"/>
            <a:ext cx="2412940" cy="241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17577" y="4095532"/>
            <a:ext cx="40741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CHUNKS → IDS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17577" y="4480262"/>
            <a:ext cx="384552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Tokenization turns a continuous sentence into pieces the model can count and compare.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FFC52E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71183"/>
            <a:ext cx="398770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STEP 2 · 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874951"/>
            <a:ext cx="3505112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 becomes a better guess.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2588" y="2618224"/>
            <a:ext cx="350511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The text supplies both the input and the target: this is self-supervised learning.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03675" y="2773759"/>
            <a:ext cx="173092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03675" y="3177480"/>
            <a:ext cx="173092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Take in a sequence of tokens.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391" y="2264370"/>
            <a:ext cx="2329102" cy="2329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6312" y="3111004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9819335" y="1805583"/>
            <a:ext cx="18389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19335" y="2209304"/>
            <a:ext cx="18389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Guess the next token at each position.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391" y="2264370"/>
            <a:ext cx="2329102" cy="2329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92238" y="2625824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9819335" y="3439815"/>
            <a:ext cx="18389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Adjust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819335" y="3843536"/>
            <a:ext cx="183897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with the actual token and update the model.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391" y="2264370"/>
            <a:ext cx="2329102" cy="2329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555" y="4016772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6672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STEP 3 · ATTENTION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19361"/>
            <a:ext cx="6212724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Attention helps the model weigh what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622477"/>
            <a:ext cx="1438834" cy="1213148"/>
          </a:xfrm>
          <a:prstGeom prst="roundRect">
            <a:avLst>
              <a:gd name="adj" fmla="val 7474"/>
            </a:avLst>
          </a:prstGeom>
          <a:noFill/>
          <a:ln w="25399">
            <a:solidFill>
              <a:srgbClr val="D840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3897432"/>
            <a:ext cx="93084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robot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3578" y="4375646"/>
            <a:ext cx="11848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clarifies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00815" y="3872032"/>
            <a:ext cx="143893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moved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92145" y="3872032"/>
            <a:ext cx="143883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because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383375" y="3622477"/>
            <a:ext cx="1438934" cy="1213148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0" name="Text 8"/>
          <p:cNvSpPr/>
          <p:nvPr/>
        </p:nvSpPr>
        <p:spPr>
          <a:xfrm>
            <a:off x="5611970" y="3872032"/>
            <a:ext cx="98174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11970" y="4350246"/>
            <a:ext cx="12103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focus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9585" y="5037634"/>
            <a:ext cx="6822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Attention creates weighted connections across the context.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88983" y="0"/>
            <a:ext cx="4302712" cy="6858000"/>
          </a:xfrm>
          <a:prstGeom prst="roundRect">
            <a:avLst>
              <a:gd name="adj" fmla="val 3542"/>
            </a:avLst>
          </a:prstGeom>
          <a:solidFill>
            <a:srgbClr val="F4F6F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577" y="1476474"/>
            <a:ext cx="2412940" cy="2413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17577" y="4095532"/>
            <a:ext cx="40741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LOOK BACK, THEN WEIGH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17577" y="4480262"/>
            <a:ext cx="384552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model can connect a later word to earlier words that help determine its meaning.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2220099"/>
            <a:ext cx="398770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STEP 4 · GENERATION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2523867"/>
            <a:ext cx="3505112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One token at a time.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2588" y="3749020"/>
            <a:ext cx="350511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answer grows as each new token becomes part of the context.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03675" y="2623741"/>
            <a:ext cx="173092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03675" y="3027462"/>
            <a:ext cx="173092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Prompt plus the tokens already written.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391" y="2114352"/>
            <a:ext cx="2329102" cy="2329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6312" y="2960985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9819335" y="1806674"/>
            <a:ext cx="18389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Score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19335" y="2210395"/>
            <a:ext cx="18389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Possible next tokens receive probabilities.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391" y="2114352"/>
            <a:ext cx="2329102" cy="2329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92238" y="2475805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9819335" y="3440906"/>
            <a:ext cx="18389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7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Select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819335" y="3844627"/>
            <a:ext cx="18389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One token is added, then the loop starts again.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391" y="2114352"/>
            <a:ext cx="2329102" cy="2329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555" y="3866753"/>
            <a:ext cx="322949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25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4698882" y="4845348"/>
            <a:ext cx="726421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Prompt → context → next token → updated context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545783"/>
            <a:ext cx="32511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LIMIT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390" y="849551"/>
            <a:ext cx="2844729" cy="207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Fluent is not the same as true.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6390" y="5725557"/>
            <a:ext cx="284472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Confidence can be a style of writing, not proof.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90895" y="554706"/>
            <a:ext cx="7467413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Useful output does not mean perfect understanding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90895" y="1754981"/>
            <a:ext cx="2285943" cy="3482677"/>
          </a:xfrm>
          <a:prstGeom prst="roundRect">
            <a:avLst>
              <a:gd name="adj" fmla="val 3967"/>
            </a:avLst>
          </a:prstGeom>
          <a:noFill/>
          <a:ln w="25399">
            <a:solidFill>
              <a:srgbClr val="D840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4889" y="2029936"/>
            <a:ext cx="1777956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Errors can sound polished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44889" y="3175734"/>
            <a:ext cx="177795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Fluent text can still contain errors or made-up details.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81630" y="1754981"/>
            <a:ext cx="2285943" cy="3482677"/>
          </a:xfrm>
          <a:prstGeom prst="roundRect">
            <a:avLst>
              <a:gd name="adj" fmla="val 3967"/>
            </a:avLst>
          </a:prstGeom>
          <a:noFill/>
          <a:ln w="25399">
            <a:solidFill>
              <a:srgbClr val="D840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35624" y="2029936"/>
            <a:ext cx="1777956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Context shapes the result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35624" y="3175734"/>
            <a:ext cx="1777956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Training data, prompt wording, and the available context all matter.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372366" y="1754981"/>
            <a:ext cx="2285943" cy="3482677"/>
          </a:xfrm>
          <a:prstGeom prst="roundRect">
            <a:avLst>
              <a:gd name="adj" fmla="val 3967"/>
            </a:avLst>
          </a:prstGeom>
          <a:noFill/>
          <a:ln w="25399">
            <a:solidFill>
              <a:srgbClr val="D840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6359" y="2029936"/>
            <a:ext cx="1777956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Important claims need checking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26359" y="3175734"/>
            <a:ext cx="1777956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Verify sources and facts instead of treating confidence as proof.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20383"/>
            <a:ext cx="56386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PRACTICAL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189" y="824151"/>
            <a:ext cx="5181470" cy="207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 LLMs as fast collaborators, not unquestioned authorities.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189" y="5750957"/>
            <a:ext cx="518147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Let the model accelerate the work. Keep judgment with the human.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54634" y="2770584"/>
            <a:ext cx="4978275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Give clear context and a concrete task.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Ask for structure, examples, or alternatives.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 facts, sources, and sensitive decisions yourself.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2026-10-07T07:46:14Z</dcterms:created>
  <dcterms:modified xsi:type="dcterms:W3CDTF">2026-10-07T07:46:14Z</dcterms:modified>
</cp:coreProperties>
</file>